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下面介绍第四层排序所使用的DeepFM模型。DeepFM由三个模块协同工作。第一个是FM交叉模块，它负责捕捉特征之间的低阶交互关系。我们采用了Merged Embedding设计，即使用一个统一的嵌入矩阵，通过field_offsets来区分不同字段，14个类别字段共享8维嵌入空间。这种设计的一个关键优势是兼容Opacus框架，从而支持DP-SGD差分隐私训练。第二个是Deep高阶模块，使用两层MLP网络，维度从64降到32，配合LayerNorm和ReLU激活函数。为了防止过拟合，每层使用了不同的dropout率。训练阶段我们还采用了Focal Loss来应对正负样本不平衡的问题。第三个是连续特征旁路。患者有四个关键的连续型指标——年龄、BMI、肾小球滤过率和肝功能评分，这些数值型特征绕过嵌入层，直接连接到输出层，这样能够完整保留原始数值信息，避免离散化造成的信息损失。三个模块的输出拼接后，经过sigmoid函数，最终输出0到1之间的推荐评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系统采用四层架构完整落地。前端使用React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3.2加MyBatis加MySQL，负责JWT认证、推荐代理和隐私预算管理。模型服务使用FastAPI加PyTorch，实现了四层推荐引擎、DP噪声注入和英中翻译管线。安全数据方面，禁忌症覆盖95.3%，交互覆盖81.5%，综合安全覆盖97.0%。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