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系统采用四层架构完整落地。前端使用React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3.2加MyBatis加MySQL，负责JWT认证、推荐代理和隐私预算管理。模型服务使用FastAPI加PyTorch，实现了四层推荐引擎、DP噪声注入和英中翻译管线。安全数据方面，禁忌症覆盖95.3%，交互覆盖81.5%，综合安全覆盖97.0%。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  <Relationship Id="rId3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