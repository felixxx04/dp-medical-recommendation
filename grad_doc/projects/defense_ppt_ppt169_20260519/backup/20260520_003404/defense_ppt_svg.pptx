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的实际运行界面。上方三张分别是推荐审核页面、用药推荐页面和隐私配置页面——审核页面展示医生对推荐结果的审核与标记，推荐页面展示基于患者画像的个性化药物推荐及安全标签，隐私配置页面展示ε/δ等DP参数的实时配置与预算追踪。下方两张是推荐统计仪表板和系统首页，仪表板展示推荐历史与安全过滤统计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