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各位老师好，我是晋修慧，今天答辩的题目是"差分隐私保护的AI驱动个性化医疗用药推荐系统"。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本次答辩围绕七个部分展开：首先介绍研究背景与意义，然后分析系统需求，接着重点介绍核心架构设计和关键技术——差分隐私机制与DeepFM模型，最后展示系统实现、实验结果和结论展望。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医疗用药推荐面临两大挑战。第一是用药安全问题——药物不良反应致死率居高不下，WHO将不良反应列为全球十大死因之一，而传统推荐系统缺乏安全过滤机制，禁忌症、过敏、药物交互等风险未被排除。第二是隐私泄露风险——患者健康数据高度敏感，推荐过程中存在隐私泄露的显著风险，GDPR和个人信息保护法均将健康数据列为特殊类别个人信息。因此，本研究的目标是构建安全过滤、隐私保护、个性化推荐三者统一的推荐框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设计由三层需求驱动。功能需求包括患者信息管理、智能药物推荐、安全审查机制、隐私预算追踪、医生审查面板和隐私可视化。非功能需求要求推荐延迟小于2秒、DP预算可配置、并发支持和数据持久化。最重要的是安全需求——绝对禁忌必须硬过滤且DP噪声永远不影响此层、相对禁忌软标记不排除、DP噪声仅作用于评分层，以及临床安全后处理和双重预算追踪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核心架构采用四层设计，遵循安全优先原则。Layer 0是知识路由，通过语义映射匹配候选药物集。Layer 1是安全过滤器，进行确定性硬排除——绝对禁忌症、过敏冲突、妊娠X级。关键是，DP噪声永远不影响这一层。Layer 2是规则标记器，进行软标记而非排除——相对禁忌、中等交互、妊娠C/D级仅添加requires_review标志。Layer 3是DeepFM排序，仅在安全候选集上进行个性化评分并注入DP噪声。覆盖1815种药物，安全数据综合覆盖率达97%。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侧是DP原理。Laplace机制中，噪声尺度等于灵敏度除以ε，ε越小噪声越大保护越强。Gaussian机制提供(ε,δ)-DP保证。预算追踪使用强组合定理，多次查询的总隐私消耗严格可计算。实验验证ε=0.5时AUC-PR仍达0.9662，几乎无损失。右侧是安全后处理：第一步，评分低于0.15的药物置零，这是公开阈值操作，根据DP后处理定理不破坏DP保证；第二步，上限截断min(1.0, raw+0.35)，防止噪声将低分药物放大超过3.5倍；第三步，计算95%置信区间并标记异常。安全保障定理：SafetyFilter层100%保留，DP噪声零穿透。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DeepFM由三个模块组成。FM交叉模块使用Merged Embedding——单个nn.Embedding加field_offsets，这种设计兼容Opacus框架，支持DP-SGD训练，14个类别字段共享8维嵌入空间。Deep高阶模块是MLP（64→32），采用LayerNorm和ReLU激活，每层使用独立的dropout率防止过拟合，训练时使用Focal Loss处理正负样本不平衡。连续特征旁路将age_raw、bmi_raw、gfr_raw、liver_score_raw四个连续特征绕过嵌入层直接连接输出层，保留原始数值信息。最终输出为sigmoid(logit)∈[0,1]。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系统采用三层架构完整落地。前端使用React 18加TypeScript加Tailwind CSS，实现了推荐页面、隐私可视化面板和医生审查面板。后端使用Spring Boot 3.2加MyBatis加MySQL，负责JWT认证、推荐代理和隐私预算管理。模型服务使用FastAPI加PyTorch，实现了三层推荐引擎、DP噪声注入和英中翻译管线。安全数据方面，禁忌症覆盖95.3%，交互覆盖81.5%，综合安全覆盖97.0%。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这是推荐审核页面，医生可以对系统生成的推荐结果进行审核、标记和确认。左侧展示待审核和已审核的推荐列表，右侧是推荐详情卡片，包含安全标签、药物信息和医生操作按钮。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这是核心的用药推荐页面。医生输入患者信息后，系统经过四层架构处理，返回个性化推荐结果。每条推荐包含药物名称、评分、安全标签（禁忌/交互/妊娠警告），以及DP噪声置信区间。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这是隐私配置页面，展示ε/δ等DP参数的实时配置界面、噪声分布可视化图和隐私预算消耗追踪。管理员可以调整DP参数，系统实时计算并展示噪声分布对推荐结果的影响。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推荐统计仪表板展示推荐历史统计、安全过滤数据和隐私消耗概览，帮助管理员监控系统运行状态和安全过滤效果。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系统首页提供登录入口和功能导航，展示系统概览信息。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实验结果表明DP保护不降质。AUC-PR在三组实验中基本持平：No-DP基线0.9668，DP ε=1.0为0.9658，DP ε=0.5为0.9662。更重要的发现是Separation指标显著提升，从0.7506提升到0.8505，提升13.3%。这意味着DP模型反而能更好地区分高分和低分药物。安全验证方面，SafetyFilter层在所有ε值下过滤结果完全一致，DP噪声零穿透。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研究得出三个结论：第一，四层推荐架构成功实现了安全过滤与个性化推荐的统一，安全数据综合覆盖率达97%；第二，差分隐私保护不降低推荐质量，反而提升了模型区分度13.3%；第三，安全后处理机制确保DP噪声不影响临床安全性。展望未来，可以探索联邦学习扩展多机构协作、更大规模药物数据集验证、临床专家评估推荐结果可信度，以及Rényi差分隐私更紧密的预算组合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谢谢各位老师，请批评指正。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sv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sv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sv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5.sv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6.svg"/>
  <Relationship Id="rId3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