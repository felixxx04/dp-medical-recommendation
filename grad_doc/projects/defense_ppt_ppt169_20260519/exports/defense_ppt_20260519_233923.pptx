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975" y="3967162"/>
              <a:ext cx="1285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39142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= Σ √(2k·ln(1/δ')) · 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975" y="3967162"/>
              <a:ext cx="519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50" name="Rectangle 50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三层推荐结果展示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三层推荐引擎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19873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18730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810125" y="2114550"/>
              <a:ext cx="571500" cy="247650"/>
            </a:xfrm>
            <a:custGeom>
              <a:avLst/>
              <a:gdLst/>
              <a:ahLst/>
              <a:cxnLst/>
              <a:rect l="l" t="t" r="r" b="b"/>
              <a:pathLst>
                <a:path w="571500" h="247650">
                  <a:moveTo>
                    <a:pt x="0" y="24765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AE6339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90148" y="2225516"/>
              <a:ext cx="4068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+13.3%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9" name="Rectangle 49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3" name="TextBox 73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4" name="Rectangle 74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5" name="Rectangle 75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81" name="Rectangle 81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2" name="Rectangle 82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8" name="Rectangle 88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9" name="Rectangle 89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96" name="Rectangle 9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