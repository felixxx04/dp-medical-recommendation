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下面介绍第四层排序所使用的DeepFM模型。DeepFM由三个模块协同工作。第一个是FM交叉模块，它负责捕捉特征之间的低阶交互关系。我们采用了Merged Embedding设计，即使用一个统一的嵌入矩阵，通过field_offsets来区分不同字段，14个类别字段共享8维嵌入空间。这种设计的一个关键优势是兼容Opacus框架，从而支持DP-SGD差分隐私训练。第二个是Deep高阶模块，使用两层MLP网络，维度从64降到32，配合LayerNorm和ReLU激活函数。为了防止过拟合，每层使用了不同的dropout率。训练阶段我们还采用了Focal Loss来应对正负样本不平衡的问题。第三个是连续特征旁路。患者有四个关键的连续型指标——年龄、BMI、肾小球滤过率和肝功能评分，这些数值型特征绕过嵌入层，直接连接到输出层，这样能够完整保留原始数值信息，避免离散化造成的信息损失。三个模块的输出拼接后，经过sigmoid函数，最终输出0到1之间的推荐评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系统采用四层架构完整落地。前端使用React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3.2加MyBatis加MySQL，负责JWT认证、推荐代理和隐私预算管理。模型服务使用FastAPI加PyTorch，实现了四层推荐引擎、DP噪声注入和英中翻译管线。安全数据方面，禁忌症覆盖95.3%，交互覆盖81.5%，综合安全覆盖97.0%。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5e9c96b7813d6a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2b99486caedac0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77de95fa65c0b68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63fe7abeb16af6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82eda3b3d100410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ε总 = Σ √(2k·ln(1/δ')) · εi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47" name="Rectangle 47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8" name="Rectangle 48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77" name="Rectangle 7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四层推荐结果展示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四层推荐引擎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推荐审核页面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REVIEW PANEL · 医生审核/标记/确认推荐 · JWT角色权限控制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用药推荐页面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9924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DRUG RECOMMENDATION · 患者画像输入 + 四层推荐结果 + 安全标签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隐私配置页面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047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PRIVACY CONFIG · ε/δ参数配置 + 噪声分布可视化 + 预算追踪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68283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推荐统计仪表板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519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DASHBOARD · 推荐历史统计 + 安全过滤数据 + 隐私消耗概览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27857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系统首页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2724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HOME PAGE · 登录入口 + 功能导航 + 系统概览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19873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18730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7" name="Rectangle 47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8" name="TextBox 48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1" name="TextBox 71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3" name="Rectangle 73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79" name="Rectangle 79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0" name="Rectangle 80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7" name="Rectangle 87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14</a:t>
            </a:r>
          </a:p>
        </p:txBody>
      </p:sp>
      <p:sp>
        <p:nvSpPr>
          <p:cNvPr id="94" name="Rectangle 9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16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