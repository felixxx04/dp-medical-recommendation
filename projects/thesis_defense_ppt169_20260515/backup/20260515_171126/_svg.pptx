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关键词：题目、姓名、指导教师</a:t>
            </a:r>
          </a:p>
          <a:p>
            <a:r>
              <a:rPr lang="zh-CN" dirty="0"/>
              <a:t>• 时间：0:00-0:30</a:t>
            </a:r>
          </a:p>
          <a:p>
            <a:r>
              <a:rPr lang="zh-CN" dirty="0"/>
              <a:t>• 过渡：各位老师好，我今天答辩的题目是...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关键词：医疗数据增长30%+、700+数据泄露事件、传统隐私保护失效、差分隐私与推荐系统融合匮乏</a:t>
            </a:r>
          </a:p>
          <a:p>
            <a:r>
              <a:rPr lang="zh-CN" dirty="0"/>
              <a:t>• 时间：0:30-2:30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医疗数据爆发式增长，但隐私泄露严重</a:t>
            </a:r>
          </a:p>
          <a:p>
            <a:r>
              <a:rPr lang="zh-CN" dirty="0"/>
              <a:t>2. 传统K-匿名等方法有根本缺陷，差分隐私提供数学证明</a:t>
            </a:r>
          </a:p>
          <a:p>
            <a:r>
              <a:rPr lang="zh-CN" dirty="0"/>
              <a:t>3. 现有医疗推荐缺乏安全约束和可解释性</a:t>
            </a:r>
          </a:p>
          <a:p>
            <a:r>
              <a:rPr lang="zh-CN" dirty="0"/>
              <a:t>• 过渡：面对这些痛点，我们的研究目标是什么？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关键词：四层递进、知识路由、安全过滤、规则标记、DeepFM排序</a:t>
            </a:r>
          </a:p>
          <a:p>
            <a:r>
              <a:rPr lang="zh-CN" dirty="0"/>
              <a:t>• 时间：2:30-4:00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核心目标：在差分隐私保护下兼顾临床安全与推荐精度</a:t>
            </a:r>
          </a:p>
          <a:p>
            <a:r>
              <a:rPr lang="zh-CN" dirty="0"/>
              <a:t>2. 四层架构各司其职：路由解决语义鸿沟，安全过滤硬排除，规则标记软提示，DeepFM个性化</a:t>
            </a:r>
          </a:p>
          <a:p>
            <a:r>
              <a:rPr lang="zh-CN" dirty="0"/>
              <a:t>3. 关键原则：噪声不影响安全过滤的确定性判断</a:t>
            </a:r>
          </a:p>
          <a:p>
            <a:r>
              <a:rPr lang="zh-CN" dirty="0"/>
              <a:t>• 过渡：接下来看系统总体架构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关键词：三服务微服务、React+Spring Boot+FastAPI、1807种药物</a:t>
            </a:r>
          </a:p>
          <a:p>
            <a:r>
              <a:rPr lang="zh-CN" dirty="0"/>
              <a:t>• 时间：4:00-5:30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前端React 18提供审核/隐私/统计三个核心界面</a:t>
            </a:r>
          </a:p>
          <a:p>
            <a:r>
              <a:rPr lang="zh-CN" dirty="0"/>
              <a:t>2. 后端Spring Boot负责认证、数据管理、模型服务代理</a:t>
            </a:r>
          </a:p>
          <a:p>
            <a:r>
              <a:rPr lang="zh-CN" dirty="0"/>
              <a:t>3. 模型服务FastAPI实现四层推荐+DP噪声注入</a:t>
            </a:r>
          </a:p>
          <a:p>
            <a:r>
              <a:rPr lang="zh-CN" dirty="0"/>
              <a:t>• 过渡：下面重点讲解三层安全架构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关键词：SafetyFilter 12+9、RuleMarker 7种、DeepFM+DP噪声</a:t>
            </a:r>
          </a:p>
          <a:p>
            <a:r>
              <a:rPr lang="zh-CN" dirty="0"/>
              <a:t>• 时间：5:30-8:00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SafetyFilter硬排除：过敏、禁忌症、致命交互等12条红线</a:t>
            </a:r>
          </a:p>
          <a:p>
            <a:r>
              <a:rPr lang="zh-CN" dirty="0"/>
              <a:t>2. RuleMarker软标记：7种规则标记但不排除，候选药物保留排序</a:t>
            </a:r>
          </a:p>
          <a:p>
            <a:r>
              <a:rPr lang="zh-CN" dirty="0"/>
              <a:t>3. DeepFM个性化排序，DP噪声仅在此层应用</a:t>
            </a:r>
          </a:p>
          <a:p>
            <a:r>
              <a:rPr lang="zh-CN" dirty="0"/>
              <a:t>• 过渡：安全架构是怎么串联起来的？看推荐流程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关键词：9步流程、PatientInputEnhancer三层fallback、FeedbackLearner渐进惩罚</a:t>
            </a:r>
          </a:p>
          <a:p>
            <a:r>
              <a:rPr lang="zh-CN" dirty="0"/>
              <a:t>• 时间：8:00-10:00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完整9步流程：从患者信息到质量保障</a:t>
            </a:r>
          </a:p>
          <a:p>
            <a:r>
              <a:rPr lang="zh-CN" dirty="0"/>
              <a:t>2. 口语增强三层fallback：精确→关键词→症状组合</a:t>
            </a:r>
          </a:p>
          <a:p>
            <a:r>
              <a:rPr lang="zh-CN" dirty="0"/>
              <a:t>3. 审核反馈闭环：医生确认/修改/拒绝，渐进式惩罚持续优化</a:t>
            </a:r>
          </a:p>
          <a:p>
            <a:r>
              <a:rPr lang="zh-CN" dirty="0"/>
              <a:t>• 过渡：接下来讲差分隐私的具体保护机制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关键词：Laplace/Gaussian噪声、临床阈值后处理、双重预算追踪、三级预警</a:t>
            </a:r>
          </a:p>
          <a:p>
            <a:r>
              <a:rPr lang="zh-CN" dirty="0"/>
              <a:t>• 时间：10:00-12:00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两种噪声机制及公式</a:t>
            </a:r>
          </a:p>
          <a:p>
            <a:r>
              <a:rPr lang="zh-CN" dirty="0"/>
              <a:t>2. 临床阈值后处理四条规则：低分置零、上限裁剪、dpAnomaly标记、置信区间</a:t>
            </a:r>
          </a:p>
          <a:p>
            <a:r>
              <a:rPr lang="zh-CN" dirty="0"/>
              <a:t>3. 隐私预算双重追踪+三级预警（绿/黄/红）</a:t>
            </a:r>
          </a:p>
          <a:p>
            <a:r>
              <a:rPr lang="zh-CN" dirty="0"/>
              <a:t>4. 后处理定理保证：确定性变换不降低隐私保护强度</a:t>
            </a:r>
          </a:p>
          <a:p>
            <a:r>
              <a:rPr lang="zh-CN" dirty="0"/>
              <a:t>• 过渡：下面讲DeepFM模型的改进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关键词：Merged Embedding、连续特征旁路、LayerNorm、Focal Loss</a:t>
            </a:r>
          </a:p>
          <a:p>
            <a:r>
              <a:rPr lang="zh-CN" dirty="0"/>
              <a:t>• 时间：12:00-13:30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合并嵌入使Opacus DP训练成为可能</a:t>
            </a:r>
          </a:p>
          <a:p>
            <a:r>
              <a:rPr lang="zh-CN" dirty="0"/>
              <a:t>2. 连续特征旁路保留GFR/肝功能等关键临床指标的精度</a:t>
            </a:r>
          </a:p>
          <a:p>
            <a:r>
              <a:rPr lang="zh-CN" dirty="0"/>
              <a:t>3. LayerNorm+差异化Dropout+Focal Loss应对训练挑战</a:t>
            </a:r>
          </a:p>
          <a:p>
            <a:r>
              <a:rPr lang="zh-CN" dirty="0"/>
              <a:t>• 过渡：除了算法，系统实现还有几个关键点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关键词：RBAC三角色、审核反馈闭环、推荐解释、全字段中文翻译</a:t>
            </a:r>
          </a:p>
          <a:p>
            <a:r>
              <a:rPr lang="zh-CN" dirty="0"/>
              <a:t>• 时间：13:30-15:00</a:t>
            </a:r>
          </a:p>
          <a:p>
            <a:r>
              <a:rPr lang="zh-CN" dirty="0"/>
              <a:t>• 要点：</a:t>
            </a:r>
          </a:p>
          <a:p>
            <a:r>
              <a:rPr lang="zh-CN" dirty="0"/>
              <a:t>1. 管理员/医生/研究员三角色权限，前后端双重校验</a:t>
            </a:r>
          </a:p>
          <a:p>
            <a:r>
              <a:rPr lang="zh-CN" dirty="0"/>
              <a:t>2. 推荐解释生成：适应症匹配+安全性分析+推荐理由</a:t>
            </a:r>
          </a:p>
          <a:p>
            <a:r>
              <a:rPr lang="zh-CN" dirty="0"/>
              <a:t>3. 全字段英→中翻译管线</a:t>
            </a:r>
          </a:p>
          <a:p>
            <a:r>
              <a:rPr lang="zh-CN" dirty="0"/>
              <a:t>• 过渡：看下系统界面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sv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